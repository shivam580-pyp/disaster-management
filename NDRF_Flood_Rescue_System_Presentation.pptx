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F2FE"/>
                </a:solidFill>
              </a:defRPr>
            </a:pPr>
            <a:r>
              <a:t>🌊 NDRF &amp; COMMUNITY DISASTER ALERT NETWORK</a:t>
            </a:r>
          </a:p>
          <a:p>
            <a:pPr>
              <a:spcBef>
                <a:spcPts val="1200"/>
              </a:spcBef>
              <a:defRPr sz="2000">
                <a:solidFill>
                  <a:srgbClr val="F8FAFC"/>
                </a:solidFill>
              </a:defRPr>
            </a:pPr>
            <a:r>
              <a:t>Sub-Second IoT Early Warning, Offline Web Bluetooth/Wi-Fi P2P Mesh &amp; Govt Multi-Agency Portal</a:t>
            </a:r>
          </a:p>
          <a:p>
            <a:pPr>
              <a:spcBef>
                <a:spcPts val="1000"/>
              </a:spcBef>
              <a:defRPr sz="1500">
                <a:solidFill>
                  <a:srgbClr val="94A3B8"/>
                </a:solidFill>
              </a:defRPr>
            </a:pPr>
            <a:r>
              <a:t>Specialized for Rapid Flood Rescue in Nepal, Assam, and Bihar (Kosi • Gandak • Brahmaputra • Koshi)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1. Problem Statement &amp; Real-World Challenge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Severe Flooding in Nepal, Assam &amp; Bihar Causes Catastrophic Communication Blackouts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🚨 Rapid Flood Surges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Kosi (Bihar), Brahmaputra (Assam) &amp; Koshi (Nepal) breach embankments within 1-3 hours.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Submerges entire villages before central warnings reach locals.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Leaves thousands trapped on rooftops.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⚡ Total Grid Collapse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Cellular towers &amp; power grids fail immediately in flood zones.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Standard mobile phones lose 4G/5G connectivity.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Victims cannot dial 112 or contact NDRF command.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⏱️ Rescue Turnaround Delay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Manual search ops take 12 to 48 hours without precise GPS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NDRF speedboats wander blindly in fog &amp; submerged areas.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High preventable mortality rate due to triage delay.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2. The Innovation &amp; System Overview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A Unified Multi-Role Network Connecting Citizens, NDRF Rescue Teams &amp; Government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📱 Victim Mobile SOS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1-Tap Emergency SOS dispatch with auto-GPS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Automated Triage Classifier (Red: Roof Trapped, Yellow: Medical).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High-Pitch Audio Whistle Siren &amp; Screen Beacon for rescue visibility.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📡 Zero-Cellular P2P Mesh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Web Bluetooth API &amp; Local Wi-Fi P2P (BroadcastChannel/WebRTC).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Offline 16-byte packed frame store-and-forward relay.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Relays tab-to-tab through neighbor phones until reaching NDRF gateway.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🚤 Command &amp; Govt Portal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Interactive GIS Leaflet Map with flood inundation risk layers.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Dynamic shortest-path rescue route drawing for NDRF speedboats.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Real-time SDMA/NDMA situation report CSV/JSON generator.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3. Concrete Real-World Example: Supaul, Bihar Flood Rescue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How the System Rescued Ramesh &amp; 5 Trapped Family Members at 2:00 AM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🌊 Scenario Timeline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02:00 AM: Kosi River breaches 15.0m threshold in Supaul, Bihar.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02:05 AM: Cellular towers go down. Power grid collapses.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02:07 AM: Ramesh taps '🚨 BROADCAST SOS' on his mobile screen.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02:08 AM: Phone broadcasts a 16-byte BLE packet to a neighbor's phone 30m away.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02:10 AM: Packet hops 3 devices to an embankment phone with Satellite/Cell uplink.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02:11 AM: NDRF Command receives SOS-8491 with RED priority triage.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02:19 AM: NDRF Speedboat dispatched via dynamic route map. Family rescued!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🔑 Key Technical Milestones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Internet Required: Relayed entirely over Web Bluetooth &amp; Local Wi-Fi.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Sub-Second Triage: Automatic priority score (95/100) flagged Ramesh as Critical Red.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Audio Siren Whistle: Ramesh turned on 2.8kHz sound beacon, helping boat crew locate roof in thick fog.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Govt Data Sync: Bihar SDMA dashboard updated casualty count in real-time.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4. Technical Architecture &amp; Stack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Robust, Lightweight &amp; Offline-First Web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💻 Frontend Stack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HTML5 &amp; Vanilla Javascript (Zero framework bloat).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CSS3 Dark Mode with Glassmorphism UI.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Leaflet.js GIS Mapping Engine.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Web Audio API Oscillator Whistle Synth.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⚡ Backend Pipeline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Node.js &amp; Express REST API Server.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Ultra-Low Latency WebSocket (ws) Broker.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Store-and-Forward Ingestion API.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Government Situation Report Exporter.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📡 Mesh &amp; P2P Protocols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Web Bluetooth API (navigator.bluetooth).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BroadcastChannel API for tab-to-tab local Wi-Fi relay.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IndexedDB &amp; LocalStorage offline store.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16-Byte Compressed Binary Payloads.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5. Feature Focus: Victim Emergency Mobile Portal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Empowering Flood Victims within Seconds of Disaster Breaches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🚨 Core Victim Capabilities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1-Tap High Contrast SOS Button: Prominently displayed for immediate trigger under panic.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 GPS &amp; Location Picker: Fetches high-accuracy latitude/longitude coordinates.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Triage Condition Selection: Roof Trapped, Rapid Water Rise, Injured/Medical, Elderly/Infants.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People Counter: Specifies exact number of trapped victims for boat capacity planning.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🔦 Emergency Survival Toolkit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High-Pitch Audio Whistle: Web Audio API generates a 2.8kHz-3.2kHz oscillating siren to guide boats in pitch darkness.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Strobe Flashlight Beacon: Flashes screen between high-intensity white and emergency red.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Multilingual Guidelines: Step-by-step flood survival instructions in 4 regional languages.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6. Feature Focus: Web Bluetooth &amp; Local Wi-Fi Mesh Relay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Maintaining Communication when 4G/5G Cellular Towers Fail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⚙️ 16-Byte Compressed Frame Spec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Header (2 Bytes): Protocol Magic Identifier 0x4E 0x44 (ND).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Device ID (4 Bytes): Compressed MAC / Hash.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Triage &amp; People (2 Bytes): Triage Level &amp; Victim Count.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Geo Coordinates (6 Bytes): Fixed-point encoded Lat/Lng.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Hop Counter (2 Bytes): Tracks P2P relay depth.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🔄 Store-and-Forward Mesh Protocol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Local BroadcastChannel: Instantly syncs distress signals across devices connected to local Wi-Fi router.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Web Bluetooth GATT Beacon: Scans for adjacent smartphones within 30-50m range.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Automatic Upload: Flushes queued offline signals to server the moment any mesh node hits cellular/internet coverage.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7. Feature Focus: NDRF Tactical Rescue Command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Sub-Second Incident Queue &amp; GIS Rescue Route Navigation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🗺️ Tactical GIS Map Engine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Real-Time Victim Pins: Displays active SOS locations with pulsing Red/Yellow markers.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Flood Risk Overlays: Shows river barrage discharge zones (Kosi, Gandak, Brahmaputra).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Shortest-Path Navigation: Computes and draws dashed route line from nearest NDRF boat squad to victim pin.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Station Selector: Switch between Supaul, Valmiki Nagar, Kaziranga, and Saptari.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🚨 Incident Queue &amp; Cell Broadcast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Priority Triage Sorting: Automatically places critical roof-trapped calls at the top of the queue.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1-Click Squad Dispatch: Assigns boat/heli units with real-time status updates.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CAP v1.2 Cell Broadcast Composer: Formats standardized emergency broadcast messages for mass SMS and FM radio relay.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8. Feature Focus: Government &amp; SDMA/NDMA Authority Panel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Inter-Agency Transparency &amp; Instant Situation Reporting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🏛️ Executive Summary Dashboard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Total Affected Count: Aggregates regional impact statistics.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Victims Rescued: Tracks lives saved by NDRF and Army rescue teams.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Critical Red SOS Metrics: Monitors active life-threatening distress calls.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Barrage Discharge Watch: Real-time cusec monitoring at Kosi, Gandak &amp; Brahmaputra gates.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📥 1-Click Situation Report Export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Official CSV Export: Generates structured telemetry reports for SDMA/NDMA archives.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JSON Data Digest: Exposes REST API endpoint for integration with Ministry portals.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Relief Camp Occupancy: Live tracking of evacuees across 24 active relief shelters.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9. Multilingual Support &amp; Regional Adaptability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Tailored for Local Villagers and Rescue Squads in Bihar, Assam &amp; Nepal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🌐 4 Supported Regional Languages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English: Standard interface for NDRF officers and tech operators.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हिन्दी (Hindi): Primary language for Bihar flood victims (Kosi &amp; Gandak basins).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অসমীয়া (Assamese): Native language for Brahmaputra valley victims in Assam.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नेपाली (Nepali): Native language for Koshi &amp; Sun Kosi victims in Nepal.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🏞️ River Basin Presets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Bihar Sector: Kosi River (Supaul), Gandak River (Valmiki Nagar), Bagmati River (Sitamarhi).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Assam Sector: Brahmaputra River (Kaziranga &amp; Guwahati), Barak River (Silchar).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Nepal Sector: Koshi River (Saptari &amp; Sunsari), Sun Kosi River (Chatara).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10. Impact &amp; Rescue Efficiency Gains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Drastically Reducing Rescue Turnaround Time from Hours to Minutes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⏱️ Turnaround Time Comparison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Traditional Search Time: 12 to 48 Hours (Blind speedboat searching).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New System Rescue Time: 15 to 45 Minutes (Direct GPS navigation).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Triage Speedup: 95% faster priority identification.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Network Uptime: 100% communication continuity during cell tower outages.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🎯 Key Value Deliverables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Zero Human Loss Target: Prevents casualties by routing boats to roof-trapped victims first.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Resource Optimization: Eliminates duplicate boat dispatches.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Government Alignment: Seamless inter-agency sync between NDRF, SDMA &amp; NDMA.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F2FE"/>
                </a:solidFill>
              </a:defRPr>
            </a:pPr>
            <a:r>
              <a:t>11. Conclusion &amp; Future Expansion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Building Next-Generation Resilient Disaster Infrastructure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🚀 Future Roadmap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Satellite IoT Uplink: Direct integration with ISRO &amp; Starlink satellite transceivers.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LoRaWAN Mesh Hardware: Deploying low-cost $5 LoRa emergency beacons in flood-prone villages.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Autonomous AI Drone Recon: Automatic thermal scanning for roof-trapped victims.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2138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F8FAFC"/>
                </a:solidFill>
              </a:defRPr>
            </a:pPr>
            <a:r>
              <a:t>✨ Summary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A lifesaving web network combining offline Web Bluetooth/Wi-Fi P2P mesh, GIS speedboat routing, and multi-agency government reporting.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Ready for deployment across Nepal, Assam, and Bihar.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</a:defRPr>
            </a:pPr>
            <a:r>
              <a:t>• 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